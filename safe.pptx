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7" r:id="rId3"/>
    <p:sldId id="264" r:id="rId4"/>
    <p:sldId id="257" r:id="rId5"/>
    <p:sldId id="263" r:id="rId6"/>
    <p:sldId id="258" r:id="rId7"/>
    <p:sldId id="259" r:id="rId8"/>
    <p:sldId id="266" r:id="rId9"/>
    <p:sldId id="262" r:id="rId10"/>
    <p:sldId id="261" r:id="rId11"/>
    <p:sldId id="272" r:id="rId12"/>
    <p:sldId id="268" r:id="rId13"/>
    <p:sldId id="273" r:id="rId14"/>
    <p:sldId id="274" r:id="rId15"/>
    <p:sldId id="275" r:id="rId16"/>
    <p:sldId id="269" r:id="rId17"/>
    <p:sldId id="278" r:id="rId18"/>
    <p:sldId id="277" r:id="rId19"/>
    <p:sldId id="276" r:id="rId20"/>
    <p:sldId id="270" r:id="rId21"/>
    <p:sldId id="279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CBE60F-F130-4DD0-9E3B-1B7219C92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500E1C4-8848-4FE8-B78B-B7BD18CA18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A1EC4A-0AAD-443F-ABD0-5809078D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8D30-6EF2-43D7-888A-1EF8705B61BC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4A91B2-EAEF-4F48-9806-F23D7ED2A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AFD9AE-B228-4144-8978-0D02A90BD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3354-EFFB-41BB-BB3F-3A86A03523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983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5B94F4-F0D7-4D05-AE59-354F68C45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A9DDDE-D241-4BFB-A0F6-60E42A13F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02BEF5-D5E7-4B61-9A69-1C48209FD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8D30-6EF2-43D7-888A-1EF8705B61BC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1179D3-F431-4ECD-8B95-E80A9129A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8257C2-1AA3-417D-B2B7-C16BD50E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3354-EFFB-41BB-BB3F-3A86A03523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674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38CC80-C330-404D-B670-D9902F7C5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75E18A-410A-414E-B6F5-EE6129CB8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3DB611-6B83-42B6-BF56-0DC43BB5C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8D30-6EF2-43D7-888A-1EF8705B61BC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973225-157D-4C44-B851-4D3896417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501662-F843-49A1-AAC7-09E3568ED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3354-EFFB-41BB-BB3F-3A86A03523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8212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B334E9-ADB0-45BA-BFEA-62F6174CB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3E93198-F2B7-490E-87E3-2387DE033F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F026D89-B53C-4D73-A032-9C785F72C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6715084-0634-41B5-8DE5-FADD2115B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8D30-6EF2-43D7-888A-1EF8705B61BC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C48CA64-B0CE-4A5A-80B9-DA2C17A92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4140D00-6AA4-41C7-BA96-CD9D4A202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3354-EFFB-41BB-BB3F-3A86A03523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34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2A6E96-2D46-4B3C-826C-3BDF91CA9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B03C2C3-8461-4925-BF42-11AFA40D5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624396D-9D84-4A0F-B5D3-10383DE21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88AEE87-D596-4AF5-8453-AA64714C05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CE59731-6D05-475E-A502-7EF886F27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FFAD3E1-6E73-4A68-9236-0B8E5CB1C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8D30-6EF2-43D7-888A-1EF8705B61BC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82FD3A4-3953-4DA2-A220-0316005F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AC2E11F-5582-47A6-9A39-2AEF728B5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3354-EFFB-41BB-BB3F-3A86A03523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1896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8E82EF-45BE-44C6-8B80-A8F069C9B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638E2CF-D22A-4550-8160-633DA0A82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8D30-6EF2-43D7-888A-1EF8705B61BC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9615416-ADD6-4F4D-8939-9891B7C22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2797D66-E067-4A86-B752-E58F765DD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3354-EFFB-41BB-BB3F-3A86A03523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039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D92C5CE-B0DE-40E8-9CB9-13F97ADEF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8D30-6EF2-43D7-888A-1EF8705B61BC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C0F377A-3B66-4236-9EBF-29943168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9C212B-6FC0-40F6-8549-1D062667B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3354-EFFB-41BB-BB3F-3A86A03523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369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61D2FF-020A-4ED9-920E-D1B50CAE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AF263A-861B-4758-87B9-FAEA3077A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894F40C-1D47-4B7F-A357-D26C7B288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83BFAB9-A7B1-46D5-8BD8-595495B7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8D30-6EF2-43D7-888A-1EF8705B61BC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39EE9C7-7065-4FB4-B809-75F49624A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6C25808-A402-4704-B3B2-27BF7995D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3354-EFFB-41BB-BB3F-3A86A03523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9884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D12C38-53EC-4B70-947B-CAB61DE7E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B6FA546-CBA4-448B-98E7-039383210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5235498-3011-4F77-9642-4F90F40CC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55FC032-BC6F-423E-A9E4-4FE5AAE96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8D30-6EF2-43D7-888A-1EF8705B61BC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785CEAD-BFE9-4209-B556-619FA2CDC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67504DF-37FD-49A9-AB14-D6683D24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3354-EFFB-41BB-BB3F-3A86A03523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262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990331-E067-434A-B5CD-931D18A00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0705D09-2285-42DD-9760-09714F859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21CD3B-4644-476A-BA02-8BA99A8FA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8D30-6EF2-43D7-888A-1EF8705B61BC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346246-3291-43E7-B131-B2C0612DD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39DE8F-F64C-429A-A5B0-722583CF8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3354-EFFB-41BB-BB3F-3A86A03523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2849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2758AD8-5A5E-4F2C-8E74-10805DA974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4420BEA-7009-4B69-A8F5-1C79121F5E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FF376E-AACC-48B4-83B2-33ABC6BA9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8D30-6EF2-43D7-888A-1EF8705B61BC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6E54736-056A-461E-BC7E-CBE6516EC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6EDE611-C91B-4684-80B5-D58FA149E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73354-EFFB-41BB-BB3F-3A86A03523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5803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75D4006-855C-4454-A333-B52D87FA6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149A332-5AC0-4E05-92C9-D0083600B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887BE7-D198-4FD6-877B-935D9D642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18D30-6EF2-43D7-888A-1EF8705B61BC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CA32A4-FEB7-4765-97F1-7B77F05E67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58713D-B3BC-4F53-BE3E-09102298D9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73354-EFFB-41BB-BB3F-3A86A03523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6415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CCB913-8962-4597-875B-0251321288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SAFE</a:t>
            </a:r>
            <a:r>
              <a:rPr lang="zh-TW" altLang="en-US" dirty="0"/>
              <a:t> </a:t>
            </a:r>
            <a:r>
              <a:rPr lang="en-US" altLang="zh-TW" dirty="0"/>
              <a:t>Meeting1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A9507BA-B23B-404E-A2C2-D8AE676BE5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07/28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8445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263CF8-1D63-4DF6-B2E8-6F2CBBB4A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心得</a:t>
            </a:r>
            <a:endParaRPr lang="en-US" altLang="zh-TW" dirty="0"/>
          </a:p>
          <a:p>
            <a:r>
              <a:rPr lang="zh-TW" altLang="en-US" dirty="0"/>
              <a:t>投放點座標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21°05'53.47"N    117°21'00.00"E (21.098185 117.350000)</a:t>
            </a:r>
          </a:p>
          <a:p>
            <a:r>
              <a:rPr lang="zh-TW" altLang="en-US" dirty="0"/>
              <a:t>投放時間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UTC</a:t>
            </a:r>
            <a:r>
              <a:rPr lang="zh-TW" altLang="en-US" dirty="0"/>
              <a:t> </a:t>
            </a:r>
            <a:r>
              <a:rPr lang="en-US" altLang="zh-TW" dirty="0"/>
              <a:t>0728 11:59(local time 0728 19:59)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4543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CCB913-8962-4597-875B-0251321288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SAFE</a:t>
            </a:r>
            <a:r>
              <a:rPr lang="zh-TW" altLang="en-US" dirty="0"/>
              <a:t> </a:t>
            </a:r>
            <a:r>
              <a:rPr lang="en-US" altLang="zh-TW" dirty="0"/>
              <a:t>Meeting2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A9507BA-B23B-404E-A2C2-D8AE676BE5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07/29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138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D49F363A-2AE1-40A1-9DCE-D3C497B0123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04" r="20"/>
          <a:stretch/>
        </p:blipFill>
        <p:spPr>
          <a:xfrm>
            <a:off x="0" y="1285103"/>
            <a:ext cx="6090994" cy="5107459"/>
          </a:xfr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C0A56722-7B4B-4F0C-90C5-46F14B5079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07"/>
          <a:stretch/>
        </p:blipFill>
        <p:spPr>
          <a:xfrm>
            <a:off x="6089223" y="1662529"/>
            <a:ext cx="6102777" cy="4244098"/>
          </a:xfrm>
        </p:spPr>
      </p:pic>
    </p:spTree>
    <p:extLst>
      <p:ext uri="{BB962C8B-B14F-4D97-AF65-F5344CB8AC3E}">
        <p14:creationId xmlns:p14="http://schemas.microsoft.com/office/powerpoint/2010/main" val="365944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CCB913-8962-4597-875B-0251321288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SAFE</a:t>
            </a:r>
            <a:r>
              <a:rPr lang="zh-TW" altLang="en-US" dirty="0"/>
              <a:t> </a:t>
            </a:r>
            <a:r>
              <a:rPr lang="en-US" altLang="zh-TW" dirty="0"/>
              <a:t>Meeting3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A9507BA-B23B-404E-A2C2-D8AE676BE5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07/30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2222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0A6991C-BF1A-4767-9E64-E1079DE7ED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211" y="0"/>
            <a:ext cx="8470557" cy="6844551"/>
          </a:xfrm>
        </p:spPr>
      </p:pic>
    </p:spTree>
    <p:extLst>
      <p:ext uri="{BB962C8B-B14F-4D97-AF65-F5344CB8AC3E}">
        <p14:creationId xmlns:p14="http://schemas.microsoft.com/office/powerpoint/2010/main" val="1028956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19C23957-632F-402E-BECC-F4F4312863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702" y="0"/>
            <a:ext cx="9209903" cy="6741950"/>
          </a:xfr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C36BE4F-B0D4-4C94-960A-E273F1F33A53}"/>
              </a:ext>
            </a:extLst>
          </p:cNvPr>
          <p:cNvSpPr txBox="1"/>
          <p:nvPr/>
        </p:nvSpPr>
        <p:spPr>
          <a:xfrm>
            <a:off x="321276" y="551935"/>
            <a:ext cx="12521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7/28</a:t>
            </a:r>
          </a:p>
          <a:p>
            <a:r>
              <a:rPr lang="en-US" altLang="zh-TW" dirty="0"/>
              <a:t>18:00</a:t>
            </a:r>
          </a:p>
          <a:p>
            <a:endParaRPr lang="en-US" altLang="zh-TW" dirty="0"/>
          </a:p>
          <a:p>
            <a:r>
              <a:rPr lang="en-US" altLang="zh-TW" dirty="0"/>
              <a:t>7/29</a:t>
            </a:r>
          </a:p>
          <a:p>
            <a:r>
              <a:rPr lang="en-US" altLang="zh-TW" dirty="0"/>
              <a:t>3:00</a:t>
            </a:r>
          </a:p>
          <a:p>
            <a:r>
              <a:rPr lang="en-US" altLang="zh-TW" dirty="0"/>
              <a:t>18:00</a:t>
            </a:r>
          </a:p>
          <a:p>
            <a:endParaRPr lang="en-US" altLang="zh-TW" dirty="0"/>
          </a:p>
          <a:p>
            <a:r>
              <a:rPr lang="en-US" altLang="zh-TW" dirty="0"/>
              <a:t>7/30</a:t>
            </a:r>
          </a:p>
          <a:p>
            <a:r>
              <a:rPr lang="en-US" altLang="zh-TW" dirty="0"/>
              <a:t>6:00</a:t>
            </a:r>
          </a:p>
          <a:p>
            <a:r>
              <a:rPr lang="en-US" altLang="zh-TW" dirty="0"/>
              <a:t>9:00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1375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CCB913-8962-4597-875B-0251321288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SAFE</a:t>
            </a:r>
            <a:r>
              <a:rPr lang="zh-TW" altLang="en-US" dirty="0"/>
              <a:t> </a:t>
            </a:r>
            <a:r>
              <a:rPr lang="en-US" altLang="zh-TW" dirty="0"/>
              <a:t>Meeting4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A9507BA-B23B-404E-A2C2-D8AE676BE5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07/31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2875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6D5568DB-C72C-4DD6-A771-77BB0CD4B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79" y="0"/>
            <a:ext cx="105224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819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0BEB3570-CEDF-4C28-8124-29B04F62075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28" y="0"/>
            <a:ext cx="11552239" cy="6860083"/>
          </a:xfrm>
        </p:spPr>
      </p:pic>
    </p:spTree>
    <p:extLst>
      <p:ext uri="{BB962C8B-B14F-4D97-AF65-F5344CB8AC3E}">
        <p14:creationId xmlns:p14="http://schemas.microsoft.com/office/powerpoint/2010/main" val="2762599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9B6F606A-0A4C-46B9-B4A8-1048AD87430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68" y="15043"/>
            <a:ext cx="11631826" cy="6842958"/>
          </a:xfr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D3A34326-EC1B-4AC7-8FAE-753675EC22F0}"/>
              </a:ext>
            </a:extLst>
          </p:cNvPr>
          <p:cNvSpPr txBox="1"/>
          <p:nvPr/>
        </p:nvSpPr>
        <p:spPr>
          <a:xfrm>
            <a:off x="1441622" y="1985319"/>
            <a:ext cx="8237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7/28</a:t>
            </a:r>
          </a:p>
          <a:p>
            <a:r>
              <a:rPr lang="en-US" altLang="zh-TW" dirty="0"/>
              <a:t>18:00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683A691-F704-420E-B81D-122F9AE5F3C0}"/>
              </a:ext>
            </a:extLst>
          </p:cNvPr>
          <p:cNvSpPr txBox="1"/>
          <p:nvPr/>
        </p:nvSpPr>
        <p:spPr>
          <a:xfrm>
            <a:off x="6532606" y="469558"/>
            <a:ext cx="1342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7/30</a:t>
            </a:r>
          </a:p>
          <a:p>
            <a:r>
              <a:rPr lang="en-US" altLang="zh-TW" dirty="0"/>
              <a:t>6:00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A5666D0-A830-499D-A63A-B1EEB4BEC3E1}"/>
              </a:ext>
            </a:extLst>
          </p:cNvPr>
          <p:cNvSpPr txBox="1"/>
          <p:nvPr/>
        </p:nvSpPr>
        <p:spPr>
          <a:xfrm>
            <a:off x="10964562" y="2616205"/>
            <a:ext cx="101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7/31</a:t>
            </a:r>
          </a:p>
          <a:p>
            <a:r>
              <a:rPr lang="en-US" altLang="zh-TW" dirty="0"/>
              <a:t>7:00</a:t>
            </a:r>
          </a:p>
          <a:p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0C878B0-0BCA-4205-89BC-E6A7F58D87A5}"/>
              </a:ext>
            </a:extLst>
          </p:cNvPr>
          <p:cNvSpPr txBox="1"/>
          <p:nvPr/>
        </p:nvSpPr>
        <p:spPr>
          <a:xfrm>
            <a:off x="2895600" y="1659924"/>
            <a:ext cx="101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7/29</a:t>
            </a:r>
          </a:p>
          <a:p>
            <a:r>
              <a:rPr lang="en-US" altLang="zh-TW" dirty="0"/>
              <a:t>3:00</a:t>
            </a:r>
          </a:p>
          <a:p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59DFD4C-387B-4F6C-8251-7CC67360E687}"/>
              </a:ext>
            </a:extLst>
          </p:cNvPr>
          <p:cNvSpPr txBox="1"/>
          <p:nvPr/>
        </p:nvSpPr>
        <p:spPr>
          <a:xfrm>
            <a:off x="9036908" y="1800653"/>
            <a:ext cx="799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Deck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1861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CCB913-8962-4597-875B-0251321288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SAFE</a:t>
            </a:r>
            <a:r>
              <a:rPr lang="zh-TW" altLang="en-US" dirty="0"/>
              <a:t> </a:t>
            </a:r>
            <a:r>
              <a:rPr lang="en-US" altLang="zh-TW" dirty="0"/>
              <a:t>Meeting5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A9507BA-B23B-404E-A2C2-D8AE676BE5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08/01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592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03D34BE-6D6E-4102-AEBA-C0F2B985189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323" y="0"/>
            <a:ext cx="10531713" cy="6858000"/>
          </a:xfr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EEB3C191-D11D-4397-8784-27EF0B79D2F9}"/>
              </a:ext>
            </a:extLst>
          </p:cNvPr>
          <p:cNvSpPr txBox="1"/>
          <p:nvPr/>
        </p:nvSpPr>
        <p:spPr>
          <a:xfrm>
            <a:off x="6265305" y="5576325"/>
            <a:ext cx="101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7/31</a:t>
            </a:r>
          </a:p>
          <a:p>
            <a:r>
              <a:rPr lang="en-US" altLang="zh-TW" dirty="0"/>
              <a:t>17:40</a:t>
            </a:r>
          </a:p>
          <a:p>
            <a:endParaRPr lang="zh-TW" altLang="en-US" dirty="0"/>
          </a:p>
        </p:txBody>
      </p:sp>
      <p:sp>
        <p:nvSpPr>
          <p:cNvPr id="6" name="箭號: 向下 5">
            <a:extLst>
              <a:ext uri="{FF2B5EF4-FFF2-40B4-BE49-F238E27FC236}">
                <a16:creationId xmlns:a16="http://schemas.microsoft.com/office/drawing/2014/main" id="{66F23F5A-F065-4421-AE0D-893D1D74A890}"/>
              </a:ext>
            </a:extLst>
          </p:cNvPr>
          <p:cNvSpPr/>
          <p:nvPr/>
        </p:nvSpPr>
        <p:spPr>
          <a:xfrm rot="14079972">
            <a:off x="7124081" y="5468792"/>
            <a:ext cx="153464" cy="34687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0CF44C7-C900-43C4-A932-2D2A2BE4CCFD}"/>
              </a:ext>
            </a:extLst>
          </p:cNvPr>
          <p:cNvSpPr txBox="1"/>
          <p:nvPr/>
        </p:nvSpPr>
        <p:spPr>
          <a:xfrm>
            <a:off x="9947192" y="1715530"/>
            <a:ext cx="101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7/31</a:t>
            </a:r>
          </a:p>
          <a:p>
            <a:r>
              <a:rPr lang="en-US" altLang="zh-TW" dirty="0"/>
              <a:t>7:00</a:t>
            </a:r>
          </a:p>
          <a:p>
            <a:endParaRPr lang="zh-TW" altLang="en-US" dirty="0"/>
          </a:p>
        </p:txBody>
      </p:sp>
      <p:sp>
        <p:nvSpPr>
          <p:cNvPr id="18" name="箭號: 向下 17">
            <a:extLst>
              <a:ext uri="{FF2B5EF4-FFF2-40B4-BE49-F238E27FC236}">
                <a16:creationId xmlns:a16="http://schemas.microsoft.com/office/drawing/2014/main" id="{EB9F6B00-5EE7-42B3-8E8C-2D8A12F98FC2}"/>
              </a:ext>
            </a:extLst>
          </p:cNvPr>
          <p:cNvSpPr/>
          <p:nvPr/>
        </p:nvSpPr>
        <p:spPr>
          <a:xfrm rot="1418900">
            <a:off x="10155192" y="2348240"/>
            <a:ext cx="153464" cy="34687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7418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8563FBB-F99B-4C03-96AA-A28550F47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00" y="0"/>
            <a:ext cx="11849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035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0D2360C-3172-4E26-BDCB-E24FCF7AF7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57" y="44155"/>
            <a:ext cx="11621669" cy="6836983"/>
          </a:xfr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D3A34326-EC1B-4AC7-8FAE-753675EC22F0}"/>
              </a:ext>
            </a:extLst>
          </p:cNvPr>
          <p:cNvSpPr txBox="1"/>
          <p:nvPr/>
        </p:nvSpPr>
        <p:spPr>
          <a:xfrm>
            <a:off x="1515762" y="2940908"/>
            <a:ext cx="8237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7/28</a:t>
            </a:r>
          </a:p>
          <a:p>
            <a:r>
              <a:rPr lang="en-US" altLang="zh-TW" dirty="0"/>
              <a:t>18:00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683A691-F704-420E-B81D-122F9AE5F3C0}"/>
              </a:ext>
            </a:extLst>
          </p:cNvPr>
          <p:cNvSpPr txBox="1"/>
          <p:nvPr/>
        </p:nvSpPr>
        <p:spPr>
          <a:xfrm>
            <a:off x="5527589" y="1408672"/>
            <a:ext cx="1342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7/30</a:t>
            </a:r>
          </a:p>
          <a:p>
            <a:r>
              <a:rPr lang="en-US" altLang="zh-TW" dirty="0"/>
              <a:t>6:00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A5666D0-A830-499D-A63A-B1EEB4BEC3E1}"/>
              </a:ext>
            </a:extLst>
          </p:cNvPr>
          <p:cNvSpPr txBox="1"/>
          <p:nvPr/>
        </p:nvSpPr>
        <p:spPr>
          <a:xfrm>
            <a:off x="8513808" y="3429000"/>
            <a:ext cx="101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7/31</a:t>
            </a:r>
          </a:p>
          <a:p>
            <a:r>
              <a:rPr lang="en-US" altLang="zh-TW" dirty="0"/>
              <a:t>7:00</a:t>
            </a:r>
          </a:p>
          <a:p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0C878B0-0BCA-4205-89BC-E6A7F58D87A5}"/>
              </a:ext>
            </a:extLst>
          </p:cNvPr>
          <p:cNvSpPr txBox="1"/>
          <p:nvPr/>
        </p:nvSpPr>
        <p:spPr>
          <a:xfrm>
            <a:off x="4576118" y="4418236"/>
            <a:ext cx="101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7/29</a:t>
            </a:r>
          </a:p>
          <a:p>
            <a:r>
              <a:rPr lang="en-US" altLang="zh-TW" dirty="0"/>
              <a:t>20:00</a:t>
            </a:r>
          </a:p>
          <a:p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59DFD4C-387B-4F6C-8251-7CC67360E687}"/>
              </a:ext>
            </a:extLst>
          </p:cNvPr>
          <p:cNvSpPr txBox="1"/>
          <p:nvPr/>
        </p:nvSpPr>
        <p:spPr>
          <a:xfrm>
            <a:off x="7101016" y="1731837"/>
            <a:ext cx="799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Deck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F985F91-D68B-4337-B52D-4BC74BE3C937}"/>
              </a:ext>
            </a:extLst>
          </p:cNvPr>
          <p:cNvSpPr txBox="1"/>
          <p:nvPr/>
        </p:nvSpPr>
        <p:spPr>
          <a:xfrm>
            <a:off x="2817340" y="2768605"/>
            <a:ext cx="101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7/29</a:t>
            </a:r>
          </a:p>
          <a:p>
            <a:r>
              <a:rPr lang="en-US" altLang="zh-TW" dirty="0"/>
              <a:t>3:00</a:t>
            </a:r>
          </a:p>
          <a:p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7FD1E0C-FC4E-4F48-8C95-523ED42945C3}"/>
              </a:ext>
            </a:extLst>
          </p:cNvPr>
          <p:cNvSpPr txBox="1"/>
          <p:nvPr/>
        </p:nvSpPr>
        <p:spPr>
          <a:xfrm>
            <a:off x="9704175" y="485342"/>
            <a:ext cx="101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7/31</a:t>
            </a:r>
          </a:p>
          <a:p>
            <a:r>
              <a:rPr lang="en-US" altLang="zh-TW" dirty="0"/>
              <a:t>17:40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0484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CCB913-8962-4597-875B-0251321288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SAFE</a:t>
            </a:r>
            <a:r>
              <a:rPr lang="zh-TW" altLang="en-US" dirty="0"/>
              <a:t> </a:t>
            </a:r>
            <a:r>
              <a:rPr lang="en-US" altLang="zh-TW" dirty="0"/>
              <a:t>Meeting6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A9507BA-B23B-404E-A2C2-D8AE676BE5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08/02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22895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E8EB218-D5EB-469E-954E-40A33D4D3FD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786" y="0"/>
            <a:ext cx="10531713" cy="6858000"/>
          </a:xfr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EEB3C191-D11D-4397-8784-27EF0B79D2F9}"/>
              </a:ext>
            </a:extLst>
          </p:cNvPr>
          <p:cNvSpPr txBox="1"/>
          <p:nvPr/>
        </p:nvSpPr>
        <p:spPr>
          <a:xfrm>
            <a:off x="6265305" y="5576325"/>
            <a:ext cx="101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7/31</a:t>
            </a:r>
          </a:p>
          <a:p>
            <a:r>
              <a:rPr lang="en-US" altLang="zh-TW" dirty="0"/>
              <a:t>17:40</a:t>
            </a:r>
          </a:p>
          <a:p>
            <a:endParaRPr lang="zh-TW" altLang="en-US" dirty="0"/>
          </a:p>
        </p:txBody>
      </p:sp>
      <p:sp>
        <p:nvSpPr>
          <p:cNvPr id="6" name="箭號: 向下 5">
            <a:extLst>
              <a:ext uri="{FF2B5EF4-FFF2-40B4-BE49-F238E27FC236}">
                <a16:creationId xmlns:a16="http://schemas.microsoft.com/office/drawing/2014/main" id="{66F23F5A-F065-4421-AE0D-893D1D74A890}"/>
              </a:ext>
            </a:extLst>
          </p:cNvPr>
          <p:cNvSpPr/>
          <p:nvPr/>
        </p:nvSpPr>
        <p:spPr>
          <a:xfrm rot="14079972">
            <a:off x="7124081" y="5468792"/>
            <a:ext cx="153464" cy="34687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0CF44C7-C900-43C4-A932-2D2A2BE4CCFD}"/>
              </a:ext>
            </a:extLst>
          </p:cNvPr>
          <p:cNvSpPr txBox="1"/>
          <p:nvPr/>
        </p:nvSpPr>
        <p:spPr>
          <a:xfrm>
            <a:off x="9947192" y="1715530"/>
            <a:ext cx="101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7/31</a:t>
            </a:r>
          </a:p>
          <a:p>
            <a:r>
              <a:rPr lang="en-US" altLang="zh-TW" dirty="0"/>
              <a:t>7:00</a:t>
            </a:r>
          </a:p>
          <a:p>
            <a:endParaRPr lang="zh-TW" altLang="en-US" dirty="0"/>
          </a:p>
        </p:txBody>
      </p:sp>
      <p:sp>
        <p:nvSpPr>
          <p:cNvPr id="18" name="箭號: 向下 17">
            <a:extLst>
              <a:ext uri="{FF2B5EF4-FFF2-40B4-BE49-F238E27FC236}">
                <a16:creationId xmlns:a16="http://schemas.microsoft.com/office/drawing/2014/main" id="{EB9F6B00-5EE7-42B3-8E8C-2D8A12F98FC2}"/>
              </a:ext>
            </a:extLst>
          </p:cNvPr>
          <p:cNvSpPr/>
          <p:nvPr/>
        </p:nvSpPr>
        <p:spPr>
          <a:xfrm rot="1418900">
            <a:off x="10155192" y="2348240"/>
            <a:ext cx="153464" cy="34687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星形: 五角 7">
            <a:extLst>
              <a:ext uri="{FF2B5EF4-FFF2-40B4-BE49-F238E27FC236}">
                <a16:creationId xmlns:a16="http://schemas.microsoft.com/office/drawing/2014/main" id="{01E0619E-4B10-4E21-8E38-D3F29596AC80}"/>
              </a:ext>
            </a:extLst>
          </p:cNvPr>
          <p:cNvSpPr/>
          <p:nvPr/>
        </p:nvSpPr>
        <p:spPr>
          <a:xfrm>
            <a:off x="4061254" y="1169772"/>
            <a:ext cx="428367" cy="395417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F9AC15B-3F59-45DF-ABD5-C8B070229112}"/>
              </a:ext>
            </a:extLst>
          </p:cNvPr>
          <p:cNvSpPr txBox="1"/>
          <p:nvPr/>
        </p:nvSpPr>
        <p:spPr>
          <a:xfrm>
            <a:off x="7460441" y="129541"/>
            <a:ext cx="101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8/1</a:t>
            </a:r>
          </a:p>
          <a:p>
            <a:r>
              <a:rPr lang="en-US" altLang="zh-TW" dirty="0"/>
              <a:t>7:00</a:t>
            </a:r>
          </a:p>
          <a:p>
            <a:endParaRPr lang="zh-TW" altLang="en-US" dirty="0"/>
          </a:p>
        </p:txBody>
      </p:sp>
      <p:sp>
        <p:nvSpPr>
          <p:cNvPr id="13" name="箭號: 向下 12">
            <a:extLst>
              <a:ext uri="{FF2B5EF4-FFF2-40B4-BE49-F238E27FC236}">
                <a16:creationId xmlns:a16="http://schemas.microsoft.com/office/drawing/2014/main" id="{3AE9CE47-87FD-4A7F-80E9-EF2DCC10246D}"/>
              </a:ext>
            </a:extLst>
          </p:cNvPr>
          <p:cNvSpPr/>
          <p:nvPr/>
        </p:nvSpPr>
        <p:spPr>
          <a:xfrm rot="1532559">
            <a:off x="7239694" y="607341"/>
            <a:ext cx="153464" cy="34687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629A7D3-93F6-4222-884B-944BB595E2BA}"/>
              </a:ext>
            </a:extLst>
          </p:cNvPr>
          <p:cNvSpPr txBox="1"/>
          <p:nvPr/>
        </p:nvSpPr>
        <p:spPr>
          <a:xfrm>
            <a:off x="4646952" y="3764683"/>
            <a:ext cx="101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8/1</a:t>
            </a:r>
          </a:p>
          <a:p>
            <a:r>
              <a:rPr lang="en-US" altLang="zh-TW" dirty="0"/>
              <a:t>20:20</a:t>
            </a:r>
          </a:p>
          <a:p>
            <a:endParaRPr lang="zh-TW" altLang="en-US" dirty="0"/>
          </a:p>
        </p:txBody>
      </p:sp>
      <p:sp>
        <p:nvSpPr>
          <p:cNvPr id="15" name="箭號: 向下 14">
            <a:extLst>
              <a:ext uri="{FF2B5EF4-FFF2-40B4-BE49-F238E27FC236}">
                <a16:creationId xmlns:a16="http://schemas.microsoft.com/office/drawing/2014/main" id="{401B3D50-C0E2-46EE-84C2-52C7A738C60B}"/>
              </a:ext>
            </a:extLst>
          </p:cNvPr>
          <p:cNvSpPr/>
          <p:nvPr/>
        </p:nvSpPr>
        <p:spPr>
          <a:xfrm rot="14079972">
            <a:off x="5175833" y="3726684"/>
            <a:ext cx="153464" cy="34687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7310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758E27E9-3549-470F-A8D9-1DDF9AEB9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28" y="0"/>
            <a:ext cx="115649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20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7F75EC27-6809-47AE-9C4B-A53F60FC70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18" y="0"/>
            <a:ext cx="11651356" cy="6858000"/>
          </a:xfr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D3A34326-EC1B-4AC7-8FAE-753675EC22F0}"/>
              </a:ext>
            </a:extLst>
          </p:cNvPr>
          <p:cNvSpPr txBox="1"/>
          <p:nvPr/>
        </p:nvSpPr>
        <p:spPr>
          <a:xfrm>
            <a:off x="955588" y="2473070"/>
            <a:ext cx="8237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7/28</a:t>
            </a:r>
          </a:p>
          <a:p>
            <a:r>
              <a:rPr lang="en-US" altLang="zh-TW" dirty="0"/>
              <a:t>18:00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683A691-F704-420E-B81D-122F9AE5F3C0}"/>
              </a:ext>
            </a:extLst>
          </p:cNvPr>
          <p:cNvSpPr txBox="1"/>
          <p:nvPr/>
        </p:nvSpPr>
        <p:spPr>
          <a:xfrm>
            <a:off x="4364626" y="713586"/>
            <a:ext cx="1342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7/30</a:t>
            </a:r>
          </a:p>
          <a:p>
            <a:r>
              <a:rPr lang="en-US" altLang="zh-TW" dirty="0"/>
              <a:t>6:00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A5666D0-A830-499D-A63A-B1EEB4BEC3E1}"/>
              </a:ext>
            </a:extLst>
          </p:cNvPr>
          <p:cNvSpPr txBox="1"/>
          <p:nvPr/>
        </p:nvSpPr>
        <p:spPr>
          <a:xfrm>
            <a:off x="6800338" y="3124200"/>
            <a:ext cx="101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7/31</a:t>
            </a:r>
          </a:p>
          <a:p>
            <a:r>
              <a:rPr lang="en-US" altLang="zh-TW" dirty="0"/>
              <a:t>7:00</a:t>
            </a:r>
          </a:p>
          <a:p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0C878B0-0BCA-4205-89BC-E6A7F58D87A5}"/>
              </a:ext>
            </a:extLst>
          </p:cNvPr>
          <p:cNvSpPr txBox="1"/>
          <p:nvPr/>
        </p:nvSpPr>
        <p:spPr>
          <a:xfrm>
            <a:off x="3431059" y="4245241"/>
            <a:ext cx="101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7/29</a:t>
            </a:r>
          </a:p>
          <a:p>
            <a:r>
              <a:rPr lang="en-US" altLang="zh-TW" dirty="0"/>
              <a:t>20:00</a:t>
            </a:r>
          </a:p>
          <a:p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59DFD4C-387B-4F6C-8251-7CC67360E687}"/>
              </a:ext>
            </a:extLst>
          </p:cNvPr>
          <p:cNvSpPr txBox="1"/>
          <p:nvPr/>
        </p:nvSpPr>
        <p:spPr>
          <a:xfrm>
            <a:off x="5544065" y="1656479"/>
            <a:ext cx="799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Deck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F985F91-D68B-4337-B52D-4BC74BE3C937}"/>
              </a:ext>
            </a:extLst>
          </p:cNvPr>
          <p:cNvSpPr txBox="1"/>
          <p:nvPr/>
        </p:nvSpPr>
        <p:spPr>
          <a:xfrm>
            <a:off x="1792802" y="2200870"/>
            <a:ext cx="101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7/29</a:t>
            </a:r>
          </a:p>
          <a:p>
            <a:r>
              <a:rPr lang="en-US" altLang="zh-TW" dirty="0"/>
              <a:t>3:00</a:t>
            </a:r>
          </a:p>
          <a:p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7FD1E0C-FC4E-4F48-8C95-523ED42945C3}"/>
              </a:ext>
            </a:extLst>
          </p:cNvPr>
          <p:cNvSpPr txBox="1"/>
          <p:nvPr/>
        </p:nvSpPr>
        <p:spPr>
          <a:xfrm>
            <a:off x="8251007" y="193581"/>
            <a:ext cx="101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7/31</a:t>
            </a:r>
          </a:p>
          <a:p>
            <a:r>
              <a:rPr lang="en-US" altLang="zh-TW" dirty="0"/>
              <a:t>17:40</a:t>
            </a:r>
          </a:p>
          <a:p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8137829-1554-46EA-B00E-3489AD9D18E2}"/>
              </a:ext>
            </a:extLst>
          </p:cNvPr>
          <p:cNvSpPr txBox="1"/>
          <p:nvPr/>
        </p:nvSpPr>
        <p:spPr>
          <a:xfrm>
            <a:off x="10380488" y="815537"/>
            <a:ext cx="101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8/1</a:t>
            </a:r>
          </a:p>
          <a:p>
            <a:r>
              <a:rPr lang="en-US" altLang="zh-TW" dirty="0"/>
              <a:t>20:20</a:t>
            </a:r>
          </a:p>
          <a:p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F9F7F1A-8E21-4AD3-BD56-A75AF2C95222}"/>
              </a:ext>
            </a:extLst>
          </p:cNvPr>
          <p:cNvSpPr txBox="1"/>
          <p:nvPr/>
        </p:nvSpPr>
        <p:spPr>
          <a:xfrm>
            <a:off x="11178746" y="1915286"/>
            <a:ext cx="101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8/2</a:t>
            </a:r>
          </a:p>
          <a:p>
            <a:r>
              <a:rPr lang="en-US" altLang="zh-TW" dirty="0"/>
              <a:t>5:40</a:t>
            </a:r>
          </a:p>
          <a:p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6406374-C8F6-46D0-BC67-A393A78D3011}"/>
              </a:ext>
            </a:extLst>
          </p:cNvPr>
          <p:cNvSpPr txBox="1"/>
          <p:nvPr/>
        </p:nvSpPr>
        <p:spPr>
          <a:xfrm>
            <a:off x="9176954" y="4561703"/>
            <a:ext cx="101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8/1</a:t>
            </a:r>
          </a:p>
          <a:p>
            <a:r>
              <a:rPr lang="en-US" altLang="zh-TW" dirty="0"/>
              <a:t>7:00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2398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CCB913-8962-4597-875B-0251321288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SAFE</a:t>
            </a:r>
            <a:r>
              <a:rPr lang="zh-TW" altLang="en-US" dirty="0"/>
              <a:t> </a:t>
            </a:r>
            <a:r>
              <a:rPr lang="en-US" altLang="zh-TW" dirty="0"/>
              <a:t>Meeting7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A9507BA-B23B-404E-A2C2-D8AE676BE5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08/03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09359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B6B65C-CDA6-4214-8B90-010E76D1B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B07D94-C5A4-44B9-801E-FB1928BC1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心得總結</a:t>
            </a:r>
          </a:p>
        </p:txBody>
      </p:sp>
    </p:spTree>
    <p:extLst>
      <p:ext uri="{BB962C8B-B14F-4D97-AF65-F5344CB8AC3E}">
        <p14:creationId xmlns:p14="http://schemas.microsoft.com/office/powerpoint/2010/main" val="456202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13506</TotalTime>
  <Words>109</Words>
  <Application>Microsoft Office PowerPoint</Application>
  <PresentationFormat>寬螢幕</PresentationFormat>
  <Paragraphs>86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佈景主題</vt:lpstr>
      <vt:lpstr>SAFE Meeting1</vt:lpstr>
      <vt:lpstr>PowerPoint 簡報</vt:lpstr>
      <vt:lpstr>SAFE Meeting2</vt:lpstr>
      <vt:lpstr>PowerPoint 簡報</vt:lpstr>
      <vt:lpstr>SAFE Meeting3</vt:lpstr>
      <vt:lpstr>PowerPoint 簡報</vt:lpstr>
      <vt:lpstr>PowerPoint 簡報</vt:lpstr>
      <vt:lpstr>SAFE Meeting4</vt:lpstr>
      <vt:lpstr>PowerPoint 簡報</vt:lpstr>
      <vt:lpstr>PowerPoint 簡報</vt:lpstr>
      <vt:lpstr>PowerPoint 簡報</vt:lpstr>
      <vt:lpstr>SAFE Meeting5</vt:lpstr>
      <vt:lpstr>PowerPoint 簡報</vt:lpstr>
      <vt:lpstr>PowerPoint 簡報</vt:lpstr>
      <vt:lpstr>PowerPoint 簡報</vt:lpstr>
      <vt:lpstr>SAFE Meeting6</vt:lpstr>
      <vt:lpstr>PowerPoint 簡報</vt:lpstr>
      <vt:lpstr>PowerPoint 簡報</vt:lpstr>
      <vt:lpstr>PowerPoint 簡報</vt:lpstr>
      <vt:lpstr>SAFE Meeting7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</dc:title>
  <dc:creator>lemoncitronsitruuna@gmail.com</dc:creator>
  <cp:lastModifiedBy>lemoncitronsitruuna@gmail.com</cp:lastModifiedBy>
  <cp:revision>20</cp:revision>
  <dcterms:created xsi:type="dcterms:W3CDTF">2026-07-29T05:55:27Z</dcterms:created>
  <dcterms:modified xsi:type="dcterms:W3CDTF">2026-08-09T08:02:26Z</dcterms:modified>
</cp:coreProperties>
</file>